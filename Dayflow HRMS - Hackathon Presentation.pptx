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4.png"/><Relationship Id="rId5" Type="http://schemas.openxmlformats.org/officeDocument/2006/relationships/image" Target="../media/image7.png"/><Relationship Id="rId10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5" Type="http://schemas.openxmlformats.org/officeDocument/2006/relationships/image" Target="../media/image7.png"/><Relationship Id="rId10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667" y="2503140"/>
            <a:ext cx="2074664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80879" y="2922240"/>
            <a:ext cx="4430241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0" i="0" u="none">
                <a:solidFill>
                  <a:srgbClr val="0F172A"/>
                </a:solidFill>
                <a:latin typeface="Plus Jakarta Sans ExtraBold"/>
              </a:rPr>
              <a:t>Dayflow HRMS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0" y="3783210"/>
            <a:ext cx="7429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Next-Generation Enterprise Workforce Administration &amp; Project Workflow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424362"/>
            <a:ext cx="76200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619" y="2386012"/>
            <a:ext cx="141476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34286" y="2805112"/>
            <a:ext cx="492342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0F172A"/>
                </a:solidFill>
                <a:latin typeface="Plus Jakarta Sans ExtraBold"/>
              </a:rPr>
              <a:t>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586162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Dayflow digitizes and unifies corporate HR administration, attendance tracking, payroll, and task management into a single secure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1794"/>
            <a:ext cx="3530649" cy="25943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51794"/>
            <a:ext cx="3530649" cy="25943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51794"/>
            <a:ext cx="3530649" cy="25943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28019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13819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Dashboard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94819"/>
            <a:ext cx="29781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Automated operational snapshots delivering employee log insights, leave distributions, total headcount, and pending department queries instantly.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28019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13819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Integrated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94819"/>
            <a:ext cx="29781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Collaborative multi-user task delegation, real-time status tracking (pending, in-progress, completed), and synchronized project mapping.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28019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13819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Attendance &amp; Leave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94819"/>
            <a:ext cx="29781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Digitized daily check-ins/check-outs, complete historical logs, and automated approval/rejection workflows replacing physical registers.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2870894"/>
            <a:ext cx="2381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849" y="2870894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9099" y="2870894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System Uses &amp;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6594"/>
            <a:ext cx="5372100" cy="19847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756594"/>
            <a:ext cx="5372100" cy="1984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75" y="3070919"/>
            <a:ext cx="468058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Payroll &amp; Salary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51919"/>
            <a:ext cx="474345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Centralizes organizational financial data with immediate query capabilities. Allows administrative teams to inspect compensation breakdowns, track historic payout records, and safely modify salary configurations.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2775" y="3070919"/>
            <a:ext cx="456057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Role-Based Access (RBAC)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451919"/>
            <a:ext cx="4743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Enforces strict authorization boundaries between general employees and administrators. Protects sensitive workforce records by segmenting API endpoints and UI view accessibility.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089969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3089969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Core Operational Modules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3923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2529780"/>
            <a:ext cx="506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Multi-User Project Mapping: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Organizes development and operational teams under unified project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139380"/>
            <a:ext cx="506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Task Delegation: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Assigns clear responsibilities with associated deadlines and priority levels.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48980"/>
            <a:ext cx="506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Real-Time Statuses: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Moves tasks seamlessly through Pending, In-Progress, and Completed stages.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358580"/>
            <a:ext cx="506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Team Synchronization: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Eliminates communication gaps and enhances overall workflow productivity.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925" y="1948755"/>
            <a:ext cx="53530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53592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63192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72792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82392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Collaborative Task 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424362"/>
            <a:ext cx="76200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293" y="2386012"/>
            <a:ext cx="1395263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14427" y="2805112"/>
            <a:ext cx="516314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0F172A"/>
                </a:solidFill>
                <a:latin typeface="Plus Jakarta Sans ExtraBold"/>
              </a:rPr>
              <a:t>Tech Stack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586162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Built on a modern full-stack JavaScript architecture designed for high throughput, modularity, and rapid cloud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1794"/>
            <a:ext cx="3530649" cy="25943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51794"/>
            <a:ext cx="3530649" cy="25943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51794"/>
            <a:ext cx="3530649" cy="25943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28019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13819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React.js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94819"/>
            <a:ext cx="29781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Component-driven UI library leveraging the Virtual DOM for fast, dynamic state re-rendering across complex dashboards.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28019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13819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94819"/>
            <a:ext cx="2978199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Utility-first styling framework ensuring a modern, responsive design system and clean layout adaptation.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28019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13819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React Router &amp; Axios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94819"/>
            <a:ext cx="29781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Enables fluid Single-Page Application (SPA) client navigation and asynchronous promise-based backend API communication.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2870894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1274" y="2870894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9099" y="2870894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Frontend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1794"/>
            <a:ext cx="3530649" cy="25943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51794"/>
            <a:ext cx="3530649" cy="25943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51794"/>
            <a:ext cx="3530649" cy="25943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28019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13819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Node.js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94819"/>
            <a:ext cx="2978199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Lightweight, non-blocking JavaScript runtime engineered to handle concurrent client requests via an event-driven loop.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28019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13819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Express.js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94819"/>
            <a:ext cx="29781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Powers route modules (/auth, /dashboard, /workspace, /payroll), express.json() middleware, and CORS security headers.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28019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13819"/>
            <a:ext cx="312710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us Jakarta Sans"/>
              </a:rPr>
              <a:t>RESTful API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94819"/>
            <a:ext cx="2978199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Ensures complete decoupling of client UI components from server logical operations via standardized API endpoints.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887" y="2870894"/>
            <a:ext cx="18097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849" y="2870894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0524" y="2870894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Backend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301478"/>
            <a:ext cx="52006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Database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41439"/>
            <a:ext cx="4953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MySQL Relational RDBMS: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Structured schemas store relational entities across users, attendance logs, leave requests, payroll, and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5180"/>
            <a:ext cx="4953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Parameterized Queries: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MySQL Node driver uses parameterized placeholders to neutralize SQL injection vectors and ensure secure data manipulation.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78484"/>
            <a:ext cx="5372100" cy="17409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878484"/>
            <a:ext cx="5372100" cy="1740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3192809"/>
            <a:ext cx="4630578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 GitHub Codespaces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573809"/>
            <a:ext cx="4743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Cloud-hosted development workspace pre-configured with Node.js runtime, automated port mapping, and instant browser-accessible coding environments for agile hackathon iteration.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7050" y="3192809"/>
            <a:ext cx="4650581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Git Version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573809"/>
            <a:ext cx="47434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Tracks granular commit histories, manages concurrent feature branches, and coordinates seamless team contributions across the shared project repository.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211859"/>
            <a:ext cx="2190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3211859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Cloud &amp; Infrastructure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39330"/>
            <a:ext cx="4267200" cy="2019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120330"/>
            <a:ext cx="35052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4149030"/>
            <a:ext cx="350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 SemiBold"/>
              </a:rPr>
              <a:t>RBAC Endpoint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0" y="2834580"/>
            <a:ext cx="609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Full-Stack Integration: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Seamless client-server data flow from React UI to MySQL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0" y="3444180"/>
            <a:ext cx="609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Zero Manual Registers: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Complete digitization of HR check-ins, leave approvals, and pay stubs.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4053780"/>
            <a:ext cx="609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F172A"/>
                </a:solidFill>
                <a:latin typeface="Inter"/>
              </a:rPr>
              <a:t>Modular Codebase: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Express route isolation allows frictionless feature scaling and maintenance.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700" y="2858392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9700" y="3467992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9700" y="4077592"/>
            <a:ext cx="19050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Hackathon Highlights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526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Kishore S</cp:lastModifiedBy>
  <cp:revision>2</cp:revision>
  <dcterms:created xsi:type="dcterms:W3CDTF">2013-01-27T09:14:16Z</dcterms:created>
  <dcterms:modified xsi:type="dcterms:W3CDTF">2026-08-22T09:08:36Z</dcterms:modified>
  <cp:category/>
</cp:coreProperties>
</file>